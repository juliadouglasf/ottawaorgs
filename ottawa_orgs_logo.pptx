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546"/>
    <a:srgbClr val="DCE3FC"/>
    <a:srgbClr val="5CC4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BB96-713A-60FC-BE97-D19394A8E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E37EC-F676-1907-1772-4C9F0470A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AF4B7-A5C1-FB86-9505-6A209402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078D-3E6B-1B9D-F995-C995E502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87AE-9695-0826-1CC5-0BD4D601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54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A916-AA08-4E49-C3C5-0F3F737F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11CA-7A43-A3F7-07C2-1E396A61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36F5E-4BF4-2B85-A0EE-85E6D743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7C379-3792-E38B-2C7A-72BA7284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8787-35E1-9017-F870-B222FFA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562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531-BC86-0F0E-2206-900A58AE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37132-2228-A03A-8727-B3957E1B4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C39DF-043C-7143-31BA-16D0321C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7988-EFE2-794E-FA03-E2CDA071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141C7-DD7D-43DF-6150-4A81C879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86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75A2-C4D3-5688-03AC-C474AC1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7B21-3B23-DDD6-2013-24E701A2D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D4C5E-2B08-7DB3-B837-87828F628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D1493-67A1-6481-EA88-1384CAA6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05D38-5CF2-7493-283B-BC59B7F3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8A70-4D33-B777-C609-AED1F655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0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EA81-69C7-67C9-97D4-BE9BC82F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75635-E11F-D51C-8304-7972ECC5F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A98B2-6C9E-B938-ED10-3B2BD3FAD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43914-779D-D027-4C2F-22C5CF6CD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70C40-EDE5-6BF5-82A6-2E0AE4119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E9492-2798-E90E-90A6-3ACADBC6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4F9FE-DA64-1DD3-F085-FB10A601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50AA8-1D28-169A-F321-A6A388E8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910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395E-01F8-B7F3-A3EA-55F8DAA8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E0F39-F8FB-4275-A0C0-190E05FD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13A80-7387-033C-E117-A5E34700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4ADBF-BCDB-32DC-4A84-CCD26372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937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9E428-D6F6-62DA-ADC1-289AA70C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1EC32-F2D8-1995-E6DF-59DEEFFC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A1E34-9577-3B5C-22C4-185E2F86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722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B008-146C-40D8-69A6-501CCA0C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E39C-7248-094E-647B-BA4C51594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5E301-AD4F-D77C-95D4-55BEA567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B3B93-A892-61F8-C6F9-928E8749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33122-B09F-CBBA-4340-EC012F8A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3A71-DA97-9B0B-62F4-61400FB3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7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1BF7-1526-BBFC-0F2E-2910DE1A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1BCD1-2D3B-A369-7256-99B2E42A8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D6ECA-49C1-D8C3-7ADE-C21B2593D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A482D-5A73-01B9-4674-50F0FAC6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A4E6-3737-FCA8-BFEB-CB04B40D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EA926-1B78-E9FD-F4B9-D3E6B9F6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76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543-432F-09AE-CD6E-93D6C85F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383DC-B575-887D-130F-107DF60B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639C-E40A-D750-DEE8-F651B55A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DA75E-27E5-1921-D0A8-07F5FE67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642D-0F6E-AD40-1B40-F507DC0C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763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F5DD4-6578-8054-B18E-60A2A3F7F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8876B-CD58-F187-EB0B-26FBC6A1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8607F-228F-86C3-995E-EEB64301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A55B-4FB9-7528-5C5D-CECD7F54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8DC5-F4F9-3904-C971-A6765452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77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935B6-0536-4BC6-ADC9-A9322D93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E054F-BF88-3642-98D8-D9925A88A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1414-5A2E-2D7A-B3F0-026DFB63E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D3F14-7BD4-48F7-97E8-22197F5340B0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9F5D-3727-9C91-2C1B-69BBDD5CD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6B36-A5FB-EA3C-BA1B-FCF2D83FF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0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6BE5A-6C09-A690-96CB-4CEED3B47373}"/>
              </a:ext>
            </a:extLst>
          </p:cNvPr>
          <p:cNvSpPr txBox="1"/>
          <p:nvPr/>
        </p:nvSpPr>
        <p:spPr>
          <a:xfrm>
            <a:off x="4015819" y="1024849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D6420-5FEB-E867-CBA5-0780FD75592B}"/>
              </a:ext>
            </a:extLst>
          </p:cNvPr>
          <p:cNvSpPr txBox="1"/>
          <p:nvPr/>
        </p:nvSpPr>
        <p:spPr>
          <a:xfrm>
            <a:off x="5079292" y="1637592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8964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9516-17EB-FD42-5917-61972852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9753F-7615-9D34-B394-DA4BACE25B49}"/>
              </a:ext>
            </a:extLst>
          </p:cNvPr>
          <p:cNvSpPr txBox="1"/>
          <p:nvPr/>
        </p:nvSpPr>
        <p:spPr>
          <a:xfrm>
            <a:off x="4015819" y="1024849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CD5D5-1E98-4345-D6FB-38AA87D4A3B8}"/>
              </a:ext>
            </a:extLst>
          </p:cNvPr>
          <p:cNvSpPr txBox="1"/>
          <p:nvPr/>
        </p:nvSpPr>
        <p:spPr>
          <a:xfrm>
            <a:off x="5079292" y="1637592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76116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82B3-3CBC-66E7-6D08-17CEE200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4F849-F128-D888-5B6C-0C9ECB11AA07}"/>
              </a:ext>
            </a:extLst>
          </p:cNvPr>
          <p:cNvSpPr txBox="1"/>
          <p:nvPr/>
        </p:nvSpPr>
        <p:spPr>
          <a:xfrm>
            <a:off x="1371230" y="944167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9A3F8-4DFF-721A-234B-527C7B86048E}"/>
              </a:ext>
            </a:extLst>
          </p:cNvPr>
          <p:cNvSpPr txBox="1"/>
          <p:nvPr/>
        </p:nvSpPr>
        <p:spPr>
          <a:xfrm>
            <a:off x="2434703" y="1556910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37397-FFEC-1F48-03D0-1606B75A737A}"/>
              </a:ext>
            </a:extLst>
          </p:cNvPr>
          <p:cNvSpPr txBox="1"/>
          <p:nvPr/>
        </p:nvSpPr>
        <p:spPr>
          <a:xfrm>
            <a:off x="3733017" y="1132426"/>
            <a:ext cx="304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dirty="0">
                <a:ln>
                  <a:solidFill>
                    <a:srgbClr val="071546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ttawa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BAB7A-3C41-7861-41AE-B85198295C8D}"/>
              </a:ext>
            </a:extLst>
          </p:cNvPr>
          <p:cNvSpPr txBox="1"/>
          <p:nvPr/>
        </p:nvSpPr>
        <p:spPr>
          <a:xfrm>
            <a:off x="4261935" y="1885880"/>
            <a:ext cx="30480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600" dirty="0">
                <a:ln>
                  <a:solidFill>
                    <a:srgbClr val="071546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rgs</a:t>
            </a:r>
          </a:p>
        </p:txBody>
      </p:sp>
    </p:spTree>
    <p:extLst>
      <p:ext uri="{BB962C8B-B14F-4D97-AF65-F5344CB8AC3E}">
        <p14:creationId xmlns:p14="http://schemas.microsoft.com/office/powerpoint/2010/main" val="150841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8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Dubai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D</dc:creator>
  <cp:lastModifiedBy>Julia D</cp:lastModifiedBy>
  <cp:revision>3</cp:revision>
  <dcterms:created xsi:type="dcterms:W3CDTF">2025-12-20T13:53:22Z</dcterms:created>
  <dcterms:modified xsi:type="dcterms:W3CDTF">2025-12-22T00:21:10Z</dcterms:modified>
</cp:coreProperties>
</file>
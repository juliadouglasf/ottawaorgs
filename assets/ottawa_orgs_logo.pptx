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1546"/>
    <a:srgbClr val="DCE3FC"/>
    <a:srgbClr val="5CC4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86" d="100"/>
          <a:sy n="86" d="100"/>
        </p:scale>
        <p:origin x="228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BB96-713A-60FC-BE97-D19394A8E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6E37EC-F676-1907-1772-4C9F0470A7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AF4B7-A5C1-FB86-9505-6A2094029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3F14-7BD4-48F7-97E8-22197F5340B0}" type="datetimeFigureOut">
              <a:rPr lang="en-CA" smtClean="0"/>
              <a:t>2026-05-04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D078D-3E6B-1B9D-F995-C995E5029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187AE-9695-0826-1CC5-0BD4D601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0D9B8-F9F5-44F4-93C2-00097ED2CB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9546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3A916-AA08-4E49-C3C5-0F3F737F2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311CA-7A43-A3F7-07C2-1E396A619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36F5E-4BF4-2B85-A0EE-85E6D7431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3F14-7BD4-48F7-97E8-22197F5340B0}" type="datetimeFigureOut">
              <a:rPr lang="en-CA" smtClean="0"/>
              <a:t>2026-05-04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7C379-3792-E38B-2C7A-72BA7284D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18787-35E1-9017-F870-B222FFA6E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0D9B8-F9F5-44F4-93C2-00097ED2CB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5620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D9531-BC86-0F0E-2206-900A58AEE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337132-2228-A03A-8727-B3957E1B4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C39DF-043C-7143-31BA-16D0321C5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3F14-7BD4-48F7-97E8-22197F5340B0}" type="datetimeFigureOut">
              <a:rPr lang="en-CA" smtClean="0"/>
              <a:t>2026-05-04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67988-EFE2-794E-FA03-E2CDA0717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141C7-DD7D-43DF-6150-4A81C879D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0D9B8-F9F5-44F4-93C2-00097ED2CB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6863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875A2-C4D3-5688-03AC-C474AC1A0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07B21-3B23-DDD6-2013-24E701A2D6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ED4C5E-2B08-7DB3-B837-87828F6287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D1493-67A1-6481-EA88-1384CAA67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3F14-7BD4-48F7-97E8-22197F5340B0}" type="datetimeFigureOut">
              <a:rPr lang="en-CA" smtClean="0"/>
              <a:t>2026-05-04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F05D38-5CF2-7493-283B-BC59B7F36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C8A70-4D33-B777-C609-AED1F655F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0D9B8-F9F5-44F4-93C2-00097ED2CB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002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1EA81-69C7-67C9-97D4-BE9BC82F4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75635-E11F-D51C-8304-7972ECC5F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A98B2-6C9E-B938-ED10-3B2BD3FAD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F43914-779D-D027-4C2F-22C5CF6CDB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670C40-EDE5-6BF5-82A6-2E0AE41194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CE9492-2798-E90E-90A6-3ACADBC62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3F14-7BD4-48F7-97E8-22197F5340B0}" type="datetimeFigureOut">
              <a:rPr lang="en-CA" smtClean="0"/>
              <a:t>2026-05-04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B4F9FE-DA64-1DD3-F085-FB10A6012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450AA8-1D28-169A-F321-A6A388E8C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0D9B8-F9F5-44F4-93C2-00097ED2CB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9107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B395E-01F8-B7F3-A3EA-55F8DAA84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9E0F39-F8FB-4275-A0C0-190E05FD2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3F14-7BD4-48F7-97E8-22197F5340B0}" type="datetimeFigureOut">
              <a:rPr lang="en-CA" smtClean="0"/>
              <a:t>2026-05-04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A13A80-7387-033C-E117-A5E34700F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B4ADBF-BCDB-32DC-4A84-CCD263725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0D9B8-F9F5-44F4-93C2-00097ED2CB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09376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A9E428-D6F6-62DA-ADC1-289AA70C9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3F14-7BD4-48F7-97E8-22197F5340B0}" type="datetimeFigureOut">
              <a:rPr lang="en-CA" smtClean="0"/>
              <a:t>2026-05-04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01EC32-F2D8-1995-E6DF-59DEEFFC9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A1E34-9577-3B5C-22C4-185E2F863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0D9B8-F9F5-44F4-93C2-00097ED2CB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7229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0B008-146C-40D8-69A6-501CCA0CB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CE39C-7248-094E-647B-BA4C51594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85E301-AD4F-D77C-95D4-55BEA5673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B3B93-A892-61F8-C6F9-928E87490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3F14-7BD4-48F7-97E8-22197F5340B0}" type="datetimeFigureOut">
              <a:rPr lang="en-CA" smtClean="0"/>
              <a:t>2026-05-04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33122-B09F-CBBA-4340-EC012F8A6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EC3A71-DA97-9B0B-62F4-61400FB35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0D9B8-F9F5-44F4-93C2-00097ED2CB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72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71BF7-1526-BBFC-0F2E-2910DE1A2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B1BCD1-2D3B-A369-7256-99B2E42A8D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CD6ECA-49C1-D8C3-7ADE-C21B2593D5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A482D-5A73-01B9-4674-50F0FAC60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3F14-7BD4-48F7-97E8-22197F5340B0}" type="datetimeFigureOut">
              <a:rPr lang="en-CA" smtClean="0"/>
              <a:t>2026-05-04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20A4E6-3737-FCA8-BFEB-CB04B40DC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2EA926-1B78-E9FD-F4B9-D3E6B9F6B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0D9B8-F9F5-44F4-93C2-00097ED2CB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3765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79543-432F-09AE-CD6E-93D6C85F6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B383DC-B575-887D-130F-107DF60B5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8639C-E40A-D750-DEE8-F651B55AC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3F14-7BD4-48F7-97E8-22197F5340B0}" type="datetimeFigureOut">
              <a:rPr lang="en-CA" smtClean="0"/>
              <a:t>2026-05-04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DA75E-27E5-1921-D0A8-07F5FE673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3642D-0F6E-AD40-1B40-F507DC0CC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0D9B8-F9F5-44F4-93C2-00097ED2CB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7639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8F5DD4-6578-8054-B18E-60A2A3F7F8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A8876B-CD58-F187-EB0B-26FBC6A10B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8607F-228F-86C3-995E-EEB643016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3F14-7BD4-48F7-97E8-22197F5340B0}" type="datetimeFigureOut">
              <a:rPr lang="en-CA" smtClean="0"/>
              <a:t>2026-05-04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2A55B-4FB9-7528-5C5D-CECD7F544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A8DC5-F4F9-3904-C971-A6765452F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0D9B8-F9F5-44F4-93C2-00097ED2CB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9779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1935B6-0536-4BC6-ADC9-A9322D933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4E054F-BF88-3642-98D8-D9925A88A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41414-5A2E-2D7A-B3F0-026DFB63E9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BD3F14-7BD4-48F7-97E8-22197F5340B0}" type="datetimeFigureOut">
              <a:rPr lang="en-CA" smtClean="0"/>
              <a:t>2026-05-04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C9F5D-3727-9C91-2C1B-69BBDD5CDE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26B36-A5FB-EA3C-BA1B-FCF2D83FFC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0D9B8-F9F5-44F4-93C2-00097ED2CB8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5009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F6BE5A-6C09-A690-96CB-4CEED3B47373}"/>
              </a:ext>
            </a:extLst>
          </p:cNvPr>
          <p:cNvSpPr txBox="1"/>
          <p:nvPr/>
        </p:nvSpPr>
        <p:spPr>
          <a:xfrm>
            <a:off x="4015819" y="1024849"/>
            <a:ext cx="3048000" cy="469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0000" dirty="0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chemeClr val="tx1"/>
                    </a:gs>
                    <a:gs pos="96330">
                      <a:srgbClr val="DCE3FC"/>
                    </a:gs>
                    <a:gs pos="44000">
                      <a:srgbClr val="071546"/>
                    </a:gs>
                  </a:gsLst>
                  <a:lin ang="2700000" scaled="1"/>
                  <a:tileRect/>
                </a:gradFill>
                <a:latin typeface="Dubai Light" panose="020B0303030403030204" pitchFamily="34" charset="-78"/>
                <a:cs typeface="Dubai Light" panose="020B0303030403030204" pitchFamily="34" charset="-78"/>
              </a:rPr>
              <a:t>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4D6420-5FEB-E867-CBA5-0780FD75592B}"/>
              </a:ext>
            </a:extLst>
          </p:cNvPr>
          <p:cNvSpPr txBox="1"/>
          <p:nvPr/>
        </p:nvSpPr>
        <p:spPr>
          <a:xfrm>
            <a:off x="5079292" y="1637592"/>
            <a:ext cx="3048000" cy="469359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0000" dirty="0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chemeClr val="tx1"/>
                    </a:gs>
                    <a:gs pos="75000">
                      <a:srgbClr val="5CC4AE"/>
                    </a:gs>
                  </a:gsLst>
                  <a:lin ang="2700000" scaled="1"/>
                  <a:tileRect/>
                </a:gradFill>
                <a:latin typeface="Dubai Light" panose="020B0303030403030204" pitchFamily="34" charset="-78"/>
                <a:cs typeface="Dubai Light" panose="020B0303030403030204" pitchFamily="34" charset="-78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489649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69516-17EB-FD42-5917-619728523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E9753F-7615-9D34-B394-DA4BACE25B49}"/>
              </a:ext>
            </a:extLst>
          </p:cNvPr>
          <p:cNvSpPr txBox="1"/>
          <p:nvPr/>
        </p:nvSpPr>
        <p:spPr>
          <a:xfrm>
            <a:off x="4015819" y="1024849"/>
            <a:ext cx="3048000" cy="469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0000" dirty="0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chemeClr val="tx1"/>
                    </a:gs>
                    <a:gs pos="96330">
                      <a:srgbClr val="DCE3FC"/>
                    </a:gs>
                    <a:gs pos="44000">
                      <a:srgbClr val="071546"/>
                    </a:gs>
                  </a:gsLst>
                  <a:lin ang="2700000" scaled="1"/>
                  <a:tileRect/>
                </a:gradFill>
                <a:latin typeface="Dubai Light" panose="020B0303030403030204" pitchFamily="34" charset="-78"/>
                <a:cs typeface="Dubai Light" panose="020B0303030403030204" pitchFamily="34" charset="-78"/>
              </a:rPr>
              <a:t>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0CD5D5-1E98-4345-D6FB-38AA87D4A3B8}"/>
              </a:ext>
            </a:extLst>
          </p:cNvPr>
          <p:cNvSpPr txBox="1"/>
          <p:nvPr/>
        </p:nvSpPr>
        <p:spPr>
          <a:xfrm>
            <a:off x="5079292" y="1637592"/>
            <a:ext cx="3048000" cy="469359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0000" dirty="0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chemeClr val="tx1"/>
                    </a:gs>
                    <a:gs pos="75000">
                      <a:srgbClr val="5CC4AE"/>
                    </a:gs>
                  </a:gsLst>
                  <a:lin ang="2700000" scaled="1"/>
                  <a:tileRect/>
                </a:gradFill>
                <a:latin typeface="Dubai Light" panose="020B0303030403030204" pitchFamily="34" charset="-78"/>
                <a:cs typeface="Dubai Light" panose="020B0303030403030204" pitchFamily="34" charset="-78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761162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882B3-3CBC-66E7-6D08-17CEE200A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A4F849-F128-D888-5B6C-0C9ECB11AA07}"/>
              </a:ext>
            </a:extLst>
          </p:cNvPr>
          <p:cNvSpPr txBox="1"/>
          <p:nvPr/>
        </p:nvSpPr>
        <p:spPr>
          <a:xfrm>
            <a:off x="1371230" y="944167"/>
            <a:ext cx="3048000" cy="469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0000" dirty="0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chemeClr val="tx1"/>
                    </a:gs>
                    <a:gs pos="96330">
                      <a:srgbClr val="DCE3FC"/>
                    </a:gs>
                    <a:gs pos="44000">
                      <a:srgbClr val="071546"/>
                    </a:gs>
                  </a:gsLst>
                  <a:lin ang="2700000" scaled="1"/>
                  <a:tileRect/>
                </a:gradFill>
                <a:latin typeface="Dubai Light" panose="020B0303030403030204" pitchFamily="34" charset="-78"/>
                <a:cs typeface="Dubai Light" panose="020B0303030403030204" pitchFamily="34" charset="-78"/>
              </a:rPr>
              <a:t>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99A3F8-4DFF-721A-234B-527C7B86048E}"/>
              </a:ext>
            </a:extLst>
          </p:cNvPr>
          <p:cNvSpPr txBox="1"/>
          <p:nvPr/>
        </p:nvSpPr>
        <p:spPr>
          <a:xfrm>
            <a:off x="2434703" y="1556910"/>
            <a:ext cx="3048000" cy="469359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30000" dirty="0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chemeClr val="tx1"/>
                    </a:gs>
                    <a:gs pos="75000">
                      <a:srgbClr val="5CC4AE"/>
                    </a:gs>
                  </a:gsLst>
                  <a:lin ang="2700000" scaled="1"/>
                  <a:tileRect/>
                </a:gradFill>
                <a:latin typeface="Dubai Light" panose="020B0303030403030204" pitchFamily="34" charset="-78"/>
                <a:cs typeface="Dubai Light" panose="020B0303030403030204" pitchFamily="34" charset="-78"/>
              </a:rPr>
              <a:t>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337397-FFEC-1F48-03D0-1606B75A737A}"/>
              </a:ext>
            </a:extLst>
          </p:cNvPr>
          <p:cNvSpPr txBox="1"/>
          <p:nvPr/>
        </p:nvSpPr>
        <p:spPr>
          <a:xfrm>
            <a:off x="3733017" y="1132426"/>
            <a:ext cx="3048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9600" dirty="0">
                <a:ln>
                  <a:solidFill>
                    <a:srgbClr val="071546"/>
                  </a:solidFill>
                </a:ln>
                <a:gradFill flip="none" rotWithShape="1">
                  <a:gsLst>
                    <a:gs pos="0">
                      <a:schemeClr val="tx1"/>
                    </a:gs>
                    <a:gs pos="96330">
                      <a:srgbClr val="DCE3FC"/>
                    </a:gs>
                    <a:gs pos="44000">
                      <a:srgbClr val="071546"/>
                    </a:gs>
                  </a:gsLst>
                  <a:lin ang="2700000" scaled="1"/>
                  <a:tileRect/>
                </a:gradFill>
                <a:latin typeface="Dubai Light" panose="020B0303030403030204" pitchFamily="34" charset="-78"/>
                <a:cs typeface="Dubai Light" panose="020B0303030403030204" pitchFamily="34" charset="-78"/>
              </a:rPr>
              <a:t>ttawa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BAB7A-3C41-7861-41AE-B85198295C8D}"/>
              </a:ext>
            </a:extLst>
          </p:cNvPr>
          <p:cNvSpPr txBox="1"/>
          <p:nvPr/>
        </p:nvSpPr>
        <p:spPr>
          <a:xfrm>
            <a:off x="4261935" y="1885880"/>
            <a:ext cx="3048000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9600" dirty="0">
                <a:ln>
                  <a:solidFill>
                    <a:srgbClr val="071546"/>
                  </a:solidFill>
                </a:ln>
                <a:gradFill flip="none" rotWithShape="1">
                  <a:gsLst>
                    <a:gs pos="0">
                      <a:schemeClr val="tx1"/>
                    </a:gs>
                    <a:gs pos="75000">
                      <a:srgbClr val="5CC4AE"/>
                    </a:gs>
                  </a:gsLst>
                  <a:lin ang="2700000" scaled="1"/>
                  <a:tileRect/>
                </a:gradFill>
                <a:latin typeface="Dubai Light" panose="020B0303030403030204" pitchFamily="34" charset="-78"/>
                <a:cs typeface="Dubai Light" panose="020B0303030403030204" pitchFamily="34" charset="-78"/>
              </a:rPr>
              <a:t>rgs</a:t>
            </a:r>
          </a:p>
        </p:txBody>
      </p:sp>
    </p:spTree>
    <p:extLst>
      <p:ext uri="{BB962C8B-B14F-4D97-AF65-F5344CB8AC3E}">
        <p14:creationId xmlns:p14="http://schemas.microsoft.com/office/powerpoint/2010/main" val="1508410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422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2086</TotalTime>
  <Words>8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Dubai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D</dc:creator>
  <cp:lastModifiedBy>Julia D</cp:lastModifiedBy>
  <cp:revision>4</cp:revision>
  <dcterms:created xsi:type="dcterms:W3CDTF">2025-12-20T13:53:22Z</dcterms:created>
  <dcterms:modified xsi:type="dcterms:W3CDTF">2026-05-04T10:07:07Z</dcterms:modified>
</cp:coreProperties>
</file>